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D41F"/>
    <a:srgbClr val="FFDB1A"/>
    <a:srgbClr val="FFE425"/>
    <a:srgbClr val="9E0000"/>
    <a:srgbClr val="860000"/>
    <a:srgbClr val="8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06"/>
  </p:normalViewPr>
  <p:slideViewPr>
    <p:cSldViewPr snapToGrid="0">
      <p:cViewPr varScale="1">
        <p:scale>
          <a:sx n="114" d="100"/>
          <a:sy n="114" d="100"/>
        </p:scale>
        <p:origin x="68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7DF60-6372-6F64-C84F-19640EBA0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840B5-4B11-9C92-0AFA-31190BDB6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6AB75-084B-52AC-02BD-B9D42335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E396-1AC8-BDFE-BB76-2019A7866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1F195-69ED-4215-43D9-02F17458F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62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A378-8D97-4FCB-4106-DE16C8E1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04803-6049-F8CC-CFE7-5B936C5B9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F0FB4-6BD4-08A3-E58C-68CF32984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D3137-8B2A-4FD7-0542-200BE182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75018-FC34-EB5A-D4AE-45BC53880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96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EF96-8736-5AA1-6ABA-667A630B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609A1-BB72-B42F-E701-91BE5853A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885A0-8EA8-7AAC-810C-B576E015F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9D1C5-1E04-A1D4-7AE9-166E8DF0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747EF-5886-24DE-5F19-87BB5E97C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0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5343-23DD-6EFD-2D4F-F3335DFF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5A15F-138F-8D2B-48A8-EC6EFD43CA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616A2-B7B5-CCFE-9F85-45E9EDC44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57D5B-8239-CF9C-9426-25D4B3BE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474CE-374E-422F-2918-F301BCDA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80FEB-3CE0-72E2-B5DB-D67F383E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06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7861-7BB8-6217-8E0E-87F7866F3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E96CE-7F72-E9E9-8C46-F82F512AD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DD6CE-CBC9-FC95-48EA-10F09166F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C2843-15B1-2626-502D-8D471CE81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16520-74B2-CD14-EAAC-229E837197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9C94A-D7B9-AB7C-4AE0-2755CFFED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FE371-B66C-E1A9-AC5A-5B53F130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1034D-E71E-2372-5929-D3419292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8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BD47-24B5-F9AD-022C-0E0546AC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08E41-5D8B-F298-B5BA-3C23733A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B7AD2C-DCDB-CFF1-6975-359A76CE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FB5C0-4B35-2344-E519-2E657F92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89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524ED-0E10-A054-3C5B-39E9E689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E12CA-113F-AD35-23B5-7C9C6386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6669A-881F-9BF0-5E74-4F256D75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5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7708D-4E25-3706-A10C-4FF103D2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2F1F3-EC80-8330-897B-E866462D1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7BC2F0-C2CB-F682-120F-D326275F0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F819C-2E47-1447-9C9E-24E851F9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61F53-F669-D7FE-C4AC-D23732CFE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0D4CB-B24E-A99C-8F45-18707683E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4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B99B-7DE3-3267-9B78-3FD580C0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1E303-5CD0-89E4-6476-F069B4657FC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49381-7DBC-D812-5718-4AB65810C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93DDD-E5E6-3BF8-DA4C-5521A22E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AF942-F2AB-0C48-1D2D-87A0E1B7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3D68C-26CA-02D2-E619-439FF855B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80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1D48-D46C-2A19-7D7E-FE0B1A7A9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9B075-E91C-A1D8-2EB1-064494ED5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EF0AD-12FC-8CE0-7646-D709C9CBB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6200D-8CB7-8447-86AD-CEF96A55F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03B44-4D33-F1EA-F65E-6DB07B01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1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B19BD-B00A-FBF3-7A04-FF9F54DF0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65D18-6655-B5BC-5BED-BF0D62635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42805-B86C-F96B-1018-96C2432E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FFFE-F1A7-E3A6-0509-15DD952C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22C13-27CE-1B40-EB72-77291039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3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35A60-2D89-CEC3-458A-516C3B80D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F754-9C1B-A394-A29B-C6850F1AD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A7599-58BE-5D3B-CC83-946599553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5C8C2-D309-8749-9D88-23815EB2525A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A6340-7398-EF1F-8F92-67C9ADD29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CDDC-5F53-65BC-273F-970A58AA2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209B8-895E-E147-B4C3-85F3708962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1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BA81B3DE-CE90-B829-B9E8-AD25E53B0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751" y="3798332"/>
            <a:ext cx="4441698" cy="274840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7802D83-18F0-82B9-56EA-624E5BA6E204}"/>
              </a:ext>
            </a:extLst>
          </p:cNvPr>
          <p:cNvSpPr txBox="1"/>
          <p:nvPr/>
        </p:nvSpPr>
        <p:spPr>
          <a:xfrm>
            <a:off x="593579" y="311261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6D0C1C-47D3-7A4F-D6AD-D8F38734E973}"/>
              </a:ext>
            </a:extLst>
          </p:cNvPr>
          <p:cNvSpPr txBox="1"/>
          <p:nvPr/>
        </p:nvSpPr>
        <p:spPr>
          <a:xfrm>
            <a:off x="590084" y="3232893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C88ECCC-F96F-8DC4-F8BB-DDF758376118}"/>
              </a:ext>
            </a:extLst>
          </p:cNvPr>
          <p:cNvGrpSpPr/>
          <p:nvPr/>
        </p:nvGrpSpPr>
        <p:grpSpPr>
          <a:xfrm>
            <a:off x="1042529" y="969920"/>
            <a:ext cx="8869840" cy="1959661"/>
            <a:chOff x="1035751" y="660575"/>
            <a:chExt cx="8869840" cy="1959661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15EE2B5-11EC-0EFB-2D44-BACB45354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0288" t="4648" r="10532" b="32914"/>
            <a:stretch>
              <a:fillRect/>
            </a:stretch>
          </p:blipFill>
          <p:spPr>
            <a:xfrm>
              <a:off x="1035751" y="660575"/>
              <a:ext cx="1449668" cy="1784166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130A85E-FDA0-CE60-5639-8E8D6E32E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3002" t="15076" r="14738" b="17045"/>
            <a:stretch>
              <a:fillRect/>
            </a:stretch>
          </p:blipFill>
          <p:spPr>
            <a:xfrm>
              <a:off x="2925947" y="680593"/>
              <a:ext cx="1304659" cy="1939643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90C1795-429F-3470-8E04-A78C523BA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2175" t="15151" r="13085" b="17509"/>
            <a:stretch>
              <a:fillRect/>
            </a:stretch>
          </p:blipFill>
          <p:spPr>
            <a:xfrm>
              <a:off x="4671134" y="695996"/>
              <a:ext cx="1356626" cy="1924240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DDD4C9E0-F59A-3ABC-C311-2F8DF36974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9076" t="7164" r="11469" b="28997"/>
            <a:stretch>
              <a:fillRect/>
            </a:stretch>
          </p:blipFill>
          <p:spPr>
            <a:xfrm>
              <a:off x="6468288" y="695996"/>
              <a:ext cx="1455430" cy="1824200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EC8B8F5-0C88-974D-04CE-40EF82E74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7216" t="14621" r="9229" b="27011"/>
            <a:stretch>
              <a:fillRect/>
            </a:stretch>
          </p:blipFill>
          <p:spPr>
            <a:xfrm>
              <a:off x="8364246" y="718726"/>
              <a:ext cx="1541345" cy="1667865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6E3010BD-02C6-ABDE-FEDF-276C834FB170}"/>
              </a:ext>
            </a:extLst>
          </p:cNvPr>
          <p:cNvSpPr txBox="1"/>
          <p:nvPr/>
        </p:nvSpPr>
        <p:spPr>
          <a:xfrm>
            <a:off x="1464235" y="689517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D2E9CF-8306-5468-4A26-BE621B872977}"/>
              </a:ext>
            </a:extLst>
          </p:cNvPr>
          <p:cNvSpPr txBox="1"/>
          <p:nvPr/>
        </p:nvSpPr>
        <p:spPr>
          <a:xfrm>
            <a:off x="3256600" y="689517"/>
            <a:ext cx="753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XM2H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7E0463-62DB-9883-2A05-8E4101BD9588}"/>
              </a:ext>
            </a:extLst>
          </p:cNvPr>
          <p:cNvSpPr txBox="1"/>
          <p:nvPr/>
        </p:nvSpPr>
        <p:spPr>
          <a:xfrm>
            <a:off x="4830523" y="689517"/>
            <a:ext cx="777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AM2M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42A9D1-7779-2D28-7464-B2C2BA626A6D}"/>
              </a:ext>
            </a:extLst>
          </p:cNvPr>
          <p:cNvSpPr txBox="1"/>
          <p:nvPr/>
        </p:nvSpPr>
        <p:spPr>
          <a:xfrm>
            <a:off x="6755223" y="686980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Pol IV LF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DDC111-F2B0-4521-FE8B-D91EAAC95082}"/>
              </a:ext>
            </a:extLst>
          </p:cNvPr>
          <p:cNvSpPr txBox="1"/>
          <p:nvPr/>
        </p:nvSpPr>
        <p:spPr>
          <a:xfrm>
            <a:off x="8679923" y="688160"/>
            <a:ext cx="856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Dbh LF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EE3A43-FB27-3481-B5B8-E3B41BADD559}"/>
              </a:ext>
            </a:extLst>
          </p:cNvPr>
          <p:cNvSpPr txBox="1"/>
          <p:nvPr/>
        </p:nvSpPr>
        <p:spPr>
          <a:xfrm>
            <a:off x="6475066" y="3602225"/>
            <a:ext cx="50165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designed proteins and two natural Y-family polymerase little-finger domains share the same H2E4 topology. (a) Experimental structures of LNG (9BK5:A), designed by RFdiffusion against </a:t>
            </a:r>
            <a:r>
              <a:rPr lang="el-G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α-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cobratoxin, XM2H (7DKK) and AM2M (7DKO), designed by SCUBA from an architecture sketch with no target, and the natural little-finger domains of Pol IV (4R8U:A, residues 233–341) and Dbh (1K1S:A, residues 240–341), shown in a common orientation after superposition onto Pol IV LF. Only the principal secondary-structure elements are displayed; connecting loops and terminal extensions are omitted. Strands are numbered in polypeptide-chain order and coloured E1 blue, E2 green, E3 yellow, E4 red; helices are grey. (b) Schematic of the topology shared by all five structures. Connectors indicate chain connectivity, E1-H1-E2-E3-H2-E4; the four-stranded sheet is antiparallel with the non-sequential spatial strand order E1-E4-E2-E3.</a:t>
            </a:r>
          </a:p>
        </p:txBody>
      </p:sp>
    </p:spTree>
    <p:extLst>
      <p:ext uri="{BB962C8B-B14F-4D97-AF65-F5344CB8AC3E}">
        <p14:creationId xmlns:p14="http://schemas.microsoft.com/office/powerpoint/2010/main" val="4164247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</TotalTime>
  <Words>183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Prabakaran Ponraj</dc:creator>
  <cp:lastModifiedBy>Prabakaran Ponraj</cp:lastModifiedBy>
  <cp:revision>9</cp:revision>
  <dcterms:created xsi:type="dcterms:W3CDTF">2026-10-06T11:31:48Z</dcterms:created>
  <dcterms:modified xsi:type="dcterms:W3CDTF">2026-10-09T05:50:34Z</dcterms:modified>
</cp:coreProperties>
</file>